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C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· BRIEFING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Gateway &amp; the Sidecar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66928" y="29718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D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service talks to the world — and the corporate backend — safely, without you writing a single line of security code.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3977640"/>
            <a:ext cx="1568196" cy="384048"/>
          </a:xfrm>
          <a:prstGeom prst="roundRect">
            <a:avLst>
              <a:gd name="adj" fmla="val 50000"/>
            </a:avLst>
          </a:prstGeom>
          <a:solidFill>
            <a:srgbClr val="1C3D6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968496"/>
            <a:ext cx="15681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Proxy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99716" y="3977640"/>
            <a:ext cx="832104" cy="384048"/>
          </a:xfrm>
          <a:prstGeom prst="roundRect">
            <a:avLst>
              <a:gd name="adj" fmla="val 50000"/>
            </a:avLst>
          </a:prstGeom>
          <a:solidFill>
            <a:srgbClr val="1C3D6B"/>
          </a:solidFill>
          <a:ln/>
        </p:spPr>
      </p:sp>
      <p:sp>
        <p:nvSpPr>
          <p:cNvPr id="10" name="Text 8"/>
          <p:cNvSpPr/>
          <p:nvPr/>
        </p:nvSpPr>
        <p:spPr>
          <a:xfrm>
            <a:off x="2299716" y="3968496"/>
            <a:ext cx="832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6412" y="3977640"/>
            <a:ext cx="726948" cy="384048"/>
          </a:xfrm>
          <a:prstGeom prst="roundRect">
            <a:avLst>
              <a:gd name="adj" fmla="val 50000"/>
            </a:avLst>
          </a:prstGeom>
          <a:solidFill>
            <a:srgbClr val="1C3D6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6412" y="3968496"/>
            <a:ext cx="7269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87952" y="3977640"/>
            <a:ext cx="1147572" cy="384048"/>
          </a:xfrm>
          <a:prstGeom prst="roundRect">
            <a:avLst>
              <a:gd name="adj" fmla="val 50000"/>
            </a:avLst>
          </a:prstGeom>
          <a:solidFill>
            <a:srgbClr val="1C3D6B"/>
          </a:solidFill>
          <a:ln/>
        </p:spPr>
      </p:sp>
      <p:sp>
        <p:nvSpPr>
          <p:cNvPr id="14" name="Text 12"/>
          <p:cNvSpPr/>
          <p:nvPr/>
        </p:nvSpPr>
        <p:spPr>
          <a:xfrm>
            <a:off x="4187952" y="3968496"/>
            <a:ext cx="11475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00116" y="39776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C3D6B"/>
          </a:solidFill>
          <a:ln/>
        </p:spPr>
      </p:sp>
      <p:sp>
        <p:nvSpPr>
          <p:cNvPr id="16" name="Text 14"/>
          <p:cNvSpPr/>
          <p:nvPr/>
        </p:nvSpPr>
        <p:spPr>
          <a:xfrm>
            <a:off x="5500116" y="39684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Python / AI developers  ·  No Envoy experience required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29584" cy="365760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65960"/>
            <a:ext cx="146304" cy="329184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3852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9536" y="2606040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49631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59536" y="3118104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008376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Envoy?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59536" y="3630168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520440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59536" y="4142232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032504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59536" y="4654296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544568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sidecar pattern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407408" y="1691640"/>
            <a:ext cx="3529584" cy="365760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1965960"/>
            <a:ext cx="146304" cy="329184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93852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00016" y="2606040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249631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&amp; Component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700016" y="3118104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3008376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in detail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700016" y="363016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3520440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in detail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700016" y="4142232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4032504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of one request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4700016" y="4654296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29" name="Text 27"/>
          <p:cNvSpPr/>
          <p:nvPr/>
        </p:nvSpPr>
        <p:spPr>
          <a:xfrm>
            <a:off x="4956048" y="4544568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no bare "/"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8247888" y="1691640"/>
            <a:ext cx="3529584" cy="365760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22208" y="1965960"/>
            <a:ext cx="146304" cy="32918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2" name="Text 30"/>
          <p:cNvSpPr/>
          <p:nvPr/>
        </p:nvSpPr>
        <p:spPr>
          <a:xfrm>
            <a:off x="8778240" y="193852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config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540496" y="2606040"/>
            <a:ext cx="109728" cy="109728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34" name="Text 32"/>
          <p:cNvSpPr/>
          <p:nvPr/>
        </p:nvSpPr>
        <p:spPr>
          <a:xfrm>
            <a:off x="8796528" y="249631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Envoy's building blocks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8540496" y="3118104"/>
            <a:ext cx="109728" cy="109728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36" name="Text 34"/>
          <p:cNvSpPr/>
          <p:nvPr/>
        </p:nvSpPr>
        <p:spPr>
          <a:xfrm>
            <a:off x="8796528" y="3008376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→ config map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8540496" y="3630168"/>
            <a:ext cx="109728" cy="109728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38" name="Text 36"/>
          <p:cNvSpPr/>
          <p:nvPr/>
        </p:nvSpPr>
        <p:spPr>
          <a:xfrm>
            <a:off x="8796528" y="3520440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&amp; sidecar YAML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8540496" y="4142232"/>
            <a:ext cx="109728" cy="109728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40" name="Text 38"/>
          <p:cNvSpPr/>
          <p:nvPr/>
        </p:nvSpPr>
        <p:spPr>
          <a:xfrm>
            <a:off x="8796528" y="4032504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to the backend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8540496" y="4654296"/>
            <a:ext cx="109728" cy="109728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42" name="Text 40"/>
          <p:cNvSpPr/>
          <p:nvPr/>
        </p:nvSpPr>
        <p:spPr>
          <a:xfrm>
            <a:off x="8796528" y="4544568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for chat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566928" y="5577840"/>
            <a:ext cx="11055096" cy="64008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" y="5577840"/>
            <a:ext cx="64008" cy="64008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45" name="Text 43"/>
          <p:cNvSpPr/>
          <p:nvPr/>
        </p:nvSpPr>
        <p:spPr>
          <a:xfrm>
            <a:off x="795528" y="5614416"/>
            <a:ext cx="1064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from plain-English concepts up to real Envoy config — then close with </a:t>
            </a:r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you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common gotchas, and a one-screen cheat sheet.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write Python. The platform handles the armor.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49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focus 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59536" y="253288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423160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model, your API endpoints, your business logic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9536" y="3099816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990088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request, returning a response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9536" y="3666744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557016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corporate backend when you need data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6208" y="1691640"/>
            <a:ext cx="539496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platform adds around you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28816" y="2532888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5" name="Text 13"/>
          <p:cNvSpPr/>
          <p:nvPr/>
        </p:nvSpPr>
        <p:spPr>
          <a:xfrm>
            <a:off x="6784848" y="2423160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mutually-authenticated connections (mTLS)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28816" y="3099816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7" name="Text 15"/>
          <p:cNvSpPr/>
          <p:nvPr/>
        </p:nvSpPr>
        <p:spPr>
          <a:xfrm>
            <a:off x="6784848" y="2990088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permission checks on every call (JWT)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28816" y="3666744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3557016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routing — only approved paths get through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4617720"/>
            <a:ext cx="11055096" cy="77724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617720"/>
            <a:ext cx="64008" cy="77724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654296"/>
            <a:ext cx="106436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networking are pushed out of your application into a dedicated layer next to it. Same protection for every service, and your code stays simple.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Envoy?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is a proxy — a smart traffic cop in front of an application. Every request goes through Envoy before it reaches your code, and every response goes back out through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352958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9748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inspects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who is calling, whether their token is valid, and which path they want.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7408" y="2468880"/>
            <a:ext cx="352958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69748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routes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31546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approved traffic to the right place, and rejects everything else.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47888" y="2468880"/>
            <a:ext cx="352958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0" y="269748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encrypts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03920" y="315468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connections in TLS so traffic can't be read or spoofed in transit.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434840"/>
            <a:ext cx="11055096" cy="91440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4434840"/>
            <a:ext cx="64008" cy="91440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471416"/>
            <a:ext cx="10643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is the building's security desk. You're an employee upstairs — you just do your work. Nobody reaches your desk without first passing the guard who checks IDs, logs visitors, and only allows people to the floors they're cleared for.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mTLS — both sides prove who they 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HTTPS (TLS)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server shows a certificate. The client stays anonymous — anyone can connect.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2918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2FAF7"/>
          </a:solidFill>
          <a:ln w="12700">
            <a:solidFill>
              <a:srgbClr val="BFE3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3474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Mutual TLS (mTLS)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886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client and server present certificates. Each side verifies the other before a single byte of data flows.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36208" y="1737360"/>
            <a:ext cx="5394960" cy="155448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11" name="Shape 9"/>
          <p:cNvSpPr/>
          <p:nvPr/>
        </p:nvSpPr>
        <p:spPr>
          <a:xfrm>
            <a:off x="6236208" y="1737360"/>
            <a:ext cx="64008" cy="155448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773936"/>
            <a:ext cx="4983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website is like a shop — you check the shop is legit, but the shop doesn't check you. mTLS is a secret handshake: both people must know it, or the door stays shut.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81928" y="367588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56616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 certificate → connection refused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81928" y="422452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411480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end-to-end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1928" y="477316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66344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impostor services from connecting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— a signed, tamper-proof ID badge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JWT (JSON Web Token) 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small token sent with each request. It carries claims — who they are, what they're allowed to do, when it expires — and it's cryptographically signed.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2648" y="3127248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1752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can be verified, so it can't be forged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3675888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6616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= check signature, expiry, issuer &amp; audience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4224528"/>
            <a:ext cx="109728" cy="109728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11480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is off → request rejected before reaching you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36208" y="1691640"/>
            <a:ext cx="5394960" cy="150876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6208" y="1691640"/>
            <a:ext cx="64008" cy="150876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1728216"/>
            <a:ext cx="498348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JWT is a festival wristband. The hologram (signature) proves it's real, the colour says which stages you can enter, and it stops working after the event (expiry). Guards just glance at it.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36208" y="34290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0528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. payload . signature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0528" y="3950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base64 parts, joined by dots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Sidecar pattern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component is deployed as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containers side by side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your app and an Envoy "sidecar". All traffic in and out of your app flows through the sidecar first.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60350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1F5F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5786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POD (one deployment unit)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78408" y="315468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E6F5F0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app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8408" y="4023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API · logic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58768" y="315468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E9F1FA"/>
          </a:solidFill>
          <a:ln w="25400">
            <a:solidFill>
              <a:srgbClr val="1F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768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Envoy sidecar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58768" y="4023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· JWT · routes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10128" y="3794760"/>
            <a:ext cx="548640" cy="0"/>
          </a:xfrm>
          <a:prstGeom prst="line">
            <a:avLst/>
          </a:prstGeom>
          <a:noFill/>
          <a:ln w="31750">
            <a:solidFill>
              <a:srgbClr val="5E7184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898648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67728" y="267004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2560320"/>
            <a:ext cx="4398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only ever talks to the sidecar over localhost — no TLS in your code.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967728" y="3328416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3218688"/>
            <a:ext cx="4398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sidecar handles everything facing the outside world: certs, tokens, routing.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967728" y="3986784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3877056"/>
            <a:ext cx="4398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configure it — the platform ships it alongside your container.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967728" y="4572000"/>
            <a:ext cx="4654296" cy="86868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22" name="Shape 20"/>
          <p:cNvSpPr/>
          <p:nvPr/>
        </p:nvSpPr>
        <p:spPr>
          <a:xfrm>
            <a:off x="6967728" y="4572000"/>
            <a:ext cx="64008" cy="86868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3" name="Text 21"/>
          <p:cNvSpPr/>
          <p:nvPr/>
        </p:nvSpPr>
        <p:spPr>
          <a:xfrm>
            <a:off x="7196328" y="4608576"/>
            <a:ext cx="42428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motorcycle sidecar — it carries the heavy gear (security, certs, routing) so your bike (your app) stays light.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· END TO 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players: Gateway and Component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7432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953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33009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+ JWT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32888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(Envoy)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32888" y="233172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9F1FA"/>
          </a:solidFill>
          <a:ln w="25400">
            <a:solidFill>
              <a:srgbClr val="1F5F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15768" y="2578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mTLS terminate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15768" y="2944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Validate JWT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15768" y="3310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Match route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15768" y="3675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Forward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13248" y="1810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(your service)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13248" y="219456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41848" y="2468880"/>
            <a:ext cx="1417320" cy="1554480"/>
          </a:xfrm>
          <a:prstGeom prst="roundRect">
            <a:avLst>
              <a:gd name="adj" fmla="val 3871"/>
            </a:avLst>
          </a:prstGeom>
          <a:solidFill>
            <a:srgbClr val="E6F5F0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41848" y="27889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Envoy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sidecar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41848" y="35021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· JWT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50608" y="2468880"/>
            <a:ext cx="1417320" cy="1554480"/>
          </a:xfrm>
          <a:prstGeom prst="roundRect">
            <a:avLst>
              <a:gd name="adj" fmla="val 3871"/>
            </a:avLst>
          </a:prstGeom>
          <a:solidFill>
            <a:srgbClr val="EEF4FB"/>
          </a:solidFill>
          <a:ln w="19050">
            <a:solidFill>
              <a:srgbClr val="1F5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2926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299448" y="27432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BF1E3"/>
          </a:solidFill>
          <a:ln w="25400">
            <a:solidFill>
              <a:srgbClr val="E08A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99448" y="2971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029968" y="3246120"/>
            <a:ext cx="502920" cy="0"/>
          </a:xfrm>
          <a:prstGeom prst="line">
            <a:avLst/>
          </a:prstGeom>
          <a:noFill/>
          <a:ln w="38100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10328" y="3246120"/>
            <a:ext cx="502920" cy="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910328" y="293522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796528" y="3246120"/>
            <a:ext cx="502920" cy="0"/>
          </a:xfrm>
          <a:prstGeom prst="line">
            <a:avLst/>
          </a:prstGeom>
          <a:noFill/>
          <a:ln w="38100">
            <a:solidFill>
              <a:srgbClr val="E08A2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385048" y="339242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· mTLS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5193792"/>
            <a:ext cx="182880" cy="18288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28" name="Text 26"/>
          <p:cNvSpPr/>
          <p:nvPr/>
        </p:nvSpPr>
        <p:spPr>
          <a:xfrm>
            <a:off x="859536" y="512978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— the front door for all external traffic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5605272"/>
            <a:ext cx="182880" cy="18288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0" name="Text 28"/>
          <p:cNvSpPr/>
          <p:nvPr/>
        </p:nvSpPr>
        <p:spPr>
          <a:xfrm>
            <a:off x="859536" y="554126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— your service + its sidecar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6016752"/>
            <a:ext cx="182880" cy="18288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32" name="Text 30"/>
          <p:cNvSpPr/>
          <p:nvPr/>
        </p:nvSpPr>
        <p:spPr>
          <a:xfrm>
            <a:off x="859536" y="59527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backend — internal data/services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Gateway — the single front door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Envoy gateway sits at the edge. Every external request hits it first. Nothing reaches any component without passing through here.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35295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786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94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Terminate mTLS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caller's certificate and decrypts the connection. No cert, no entry.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07408" y="2377440"/>
            <a:ext cx="35295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5786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5694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JWT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456432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token's signature, expiry, issuer and audience. Bad token → 401.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47888" y="2377440"/>
            <a:ext cx="35295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5786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5694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301752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to component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456432"/>
            <a:ext cx="3026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path against an explicit allow-list and forwards over a fresh mTLS connection.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617720"/>
            <a:ext cx="11055096" cy="86868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617720"/>
            <a:ext cx="64008" cy="86868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654296"/>
            <a:ext cx="10643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is the main reception. It confirms your identity (mTLS), checks your badge and clearance (JWT), then escorts you only to the office you're authorised for (routing).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Component — your service, guarded again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the gateway already checked the request, your component's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checks it a second time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That's zero-trust: never assume an upstream did its job.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487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Sidecar responsibilities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59536" y="303580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926080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with the gateway — proves traffic really came from 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9536" y="3419856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310128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 re-validation of the JWT — independent token check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59536" y="3803904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694176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only the explicitly defined routes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59536" y="418795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078224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"/" and anything not on the list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36208" y="22860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0528" y="2487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Python app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28816" y="3081528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18" name="Text 16"/>
          <p:cNvSpPr/>
          <p:nvPr/>
        </p:nvSpPr>
        <p:spPr>
          <a:xfrm>
            <a:off x="6784848" y="297180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 clean, already-verified request on localhost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28816" y="3538728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20" name="Text 18"/>
          <p:cNvSpPr/>
          <p:nvPr/>
        </p:nvSpPr>
        <p:spPr>
          <a:xfrm>
            <a:off x="6784848" y="342900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logic / model and returns a response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28816" y="3995928"/>
            <a:ext cx="109728" cy="109728"/>
          </a:xfrm>
          <a:prstGeom prst="ellipse">
            <a:avLst/>
          </a:prstGeom>
          <a:solidFill>
            <a:srgbClr val="1F5FA8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3886200"/>
            <a:ext cx="4590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needs corporate data, it calls out through the sidecar (egress)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4663440"/>
            <a:ext cx="11055096" cy="82296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4663440"/>
            <a:ext cx="64008" cy="8229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4700016"/>
            <a:ext cx="10643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 = the second checkpoint.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scans your ticket at the street, and the usher scans it again at the door of your specific hall. Two independent checks, much harder to slip past.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life of one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56816"/>
            <a:ext cx="402336" cy="402336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75104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173736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buNone/>
            </a:pPr>
            <a:r>
              <a:rPr lang="en-US" sz="135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81728" y="1737360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request with its JWT over an mTLS connection.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488168" y="203911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/>
        </p:spPr>
      </p:sp>
      <p:sp>
        <p:nvSpPr>
          <p:cNvPr id="10" name="Text 8"/>
          <p:cNvSpPr/>
          <p:nvPr/>
        </p:nvSpPr>
        <p:spPr>
          <a:xfrm>
            <a:off x="10488168" y="20299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724912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2944368"/>
            <a:ext cx="402336" cy="402336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96265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81328" y="2724912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</a:t>
            </a:r>
            <a:pPr indent="0" marL="0">
              <a:buNone/>
            </a:pPr>
            <a:r>
              <a:rPr lang="en-US" sz="135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Sidecar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81728" y="2724912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validates the JWT, matches the route, then forwards over mTLS.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488168" y="302666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6F5F0"/>
          </a:solidFill>
          <a:ln/>
        </p:spPr>
      </p:sp>
      <p:sp>
        <p:nvSpPr>
          <p:cNvPr id="17" name="Text 15"/>
          <p:cNvSpPr/>
          <p:nvPr/>
        </p:nvSpPr>
        <p:spPr>
          <a:xfrm>
            <a:off x="10488168" y="30175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712464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931920"/>
            <a:ext cx="402336" cy="402336"/>
          </a:xfrm>
          <a:prstGeom prst="ellipse">
            <a:avLst/>
          </a:prstGeom>
          <a:solidFill>
            <a:srgbClr val="0F2747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95020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81328" y="3712464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Sidecar</a:t>
            </a:r>
            <a:pPr indent="0" marL="0">
              <a:buNone/>
            </a:pPr>
            <a:r>
              <a:rPr lang="en-US" sz="135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81728" y="3712464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re-checks the JWT (VRE), then passes a clean request to your app on localhost.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488168" y="401421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6F5F0"/>
          </a:solidFill>
          <a:ln/>
        </p:spPr>
      </p:sp>
      <p:sp>
        <p:nvSpPr>
          <p:cNvPr id="24" name="Text 22"/>
          <p:cNvSpPr/>
          <p:nvPr/>
        </p:nvSpPr>
        <p:spPr>
          <a:xfrm>
            <a:off x="10488168" y="400507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 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700016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F6F8FA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4919472"/>
            <a:ext cx="402336" cy="402336"/>
          </a:xfrm>
          <a:prstGeom prst="ellipse">
            <a:avLst/>
          </a:prstGeom>
          <a:solidFill>
            <a:srgbClr val="5E7184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493776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81328" y="470001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</a:t>
            </a:r>
            <a:pPr indent="0" marL="0">
              <a:buNone/>
            </a:pPr>
            <a:r>
              <a:rPr lang="en-US" sz="135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⟲  </a:t>
            </a:r>
            <a:pPr indent="0" marL="0">
              <a:buNone/>
            </a:pPr>
            <a:r>
              <a:rPr lang="en-US" sz="135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81728" y="4700016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travels back out along the exact same secured path.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488168" y="500176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/>
        </p:spPr>
      </p:sp>
      <p:sp>
        <p:nvSpPr>
          <p:cNvPr id="31" name="Text 29"/>
          <p:cNvSpPr/>
          <p:nvPr/>
        </p:nvSpPr>
        <p:spPr>
          <a:xfrm>
            <a:off x="10488168" y="49926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5870448"/>
            <a:ext cx="109728" cy="109728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any check → the request stops there with 401/403, and your app never sees it.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defined routes. No bare "/".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sidecar has an explicit allow-list of paths. A request only reaches your app if its path is on that list. Everything else is rejected at the proxy.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2FAF7"/>
          </a:solidFill>
          <a:ln w="12700">
            <a:solidFill>
              <a:srgbClr val="BFE3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5328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Allowed (example)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9536" y="3108960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992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/v1/predict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349300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383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/v1/health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" y="3877056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7673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/v1/embeddings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6208" y="23317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DF4F3"/>
          </a:solidFill>
          <a:ln w="12700">
            <a:solidFill>
              <a:srgbClr val="F0C8C2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0528" y="25328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28816" y="317296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3063240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"/" — no catch-all root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28816" y="355701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784848" y="3447288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/admin, /debug, /v1/secret — not declared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28816" y="394106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784848" y="3831336"/>
            <a:ext cx="4590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path not explicitly added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4572000"/>
            <a:ext cx="11055096" cy="91440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4572000"/>
            <a:ext cx="64008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" y="4608576"/>
            <a:ext cx="10643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"/"?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wildcard root would expose every path by accident. Listing each route means nothing is reachable unless someone deliberately opened it — the safe default is "closed".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CONFIG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Envoy's building blocks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08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Envoy config is the same handful of nested "resources". Once you can spot these five, any config — gateway or sidecar — reads the same way.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6400800" cy="1828800"/>
          </a:xfrm>
          <a:prstGeom prst="roundRect">
            <a:avLst>
              <a:gd name="adj" fmla="val 3000"/>
            </a:avLst>
          </a:prstGeom>
          <a:solidFill>
            <a:srgbClr val="F3F8FD"/>
          </a:solidFill>
          <a:ln w="25400">
            <a:solidFill>
              <a:srgbClr val="1F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40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listener</a:t>
            </a:r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 port Envoy accepts traffic 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86968" y="2578608"/>
            <a:ext cx="36576" cy="365760"/>
          </a:xfrm>
          <a:prstGeom prst="rect">
            <a:avLst/>
          </a:prstGeom>
          <a:solidFill>
            <a:srgbClr val="CDDDF0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2578608"/>
            <a:ext cx="5715000" cy="384048"/>
          </a:xfrm>
          <a:prstGeom prst="roundRect">
            <a:avLst>
              <a:gd name="adj" fmla="val 11905"/>
            </a:avLst>
          </a:prstGeom>
          <a:solidFill>
            <a:srgbClr val="E6F5F0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578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transport_socket   </a:t>
            </a:r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mTLS settings for this port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6968" y="3026664"/>
            <a:ext cx="36576" cy="365760"/>
          </a:xfrm>
          <a:prstGeom prst="rect">
            <a:avLst/>
          </a:prstGeom>
          <a:solidFill>
            <a:srgbClr val="CDDDF0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" y="3026664"/>
            <a:ext cx="5715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0266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http_filters   </a:t>
            </a:r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jwt_authn, then router …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" y="3474720"/>
            <a:ext cx="36576" cy="365760"/>
          </a:xfrm>
          <a:prstGeom prst="rect">
            <a:avLst/>
          </a:prstGeom>
          <a:solidFill>
            <a:srgbClr val="CDDD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" y="3474720"/>
            <a:ext cx="5715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3474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route_config → routes   </a:t>
            </a:r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→ cluster (your allow-list)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6400800" cy="1417320"/>
          </a:xfrm>
          <a:prstGeom prst="roundRect">
            <a:avLst>
              <a:gd name="adj" fmla="val 3871"/>
            </a:avLst>
          </a:prstGeom>
          <a:solidFill>
            <a:srgbClr val="FDF8F0"/>
          </a:solidFill>
          <a:ln w="25400">
            <a:solidFill>
              <a:srgbClr val="E08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206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clusters</a:t>
            </a:r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 destinations Envoy can forward to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24128" y="4544568"/>
            <a:ext cx="5715000" cy="384048"/>
          </a:xfrm>
          <a:prstGeom prst="roundRect">
            <a:avLst>
              <a:gd name="adj" fmla="val 11905"/>
            </a:avLst>
          </a:prstGeom>
          <a:solidFill>
            <a:srgbClr val="FBF1E3"/>
          </a:solidFill>
          <a:ln w="12700">
            <a:solidFill>
              <a:srgbClr val="F0DC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1288" y="45445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load_assignment   </a:t>
            </a:r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of the upstream (app, backend, IdP)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4128" y="4992624"/>
            <a:ext cx="5715000" cy="384048"/>
          </a:xfrm>
          <a:prstGeom prst="roundRect">
            <a:avLst>
              <a:gd name="adj" fmla="val 11905"/>
            </a:avLst>
          </a:prstGeom>
          <a:solidFill>
            <a:srgbClr val="FBF1E3"/>
          </a:solidFill>
          <a:ln w="12700">
            <a:solidFill>
              <a:srgbClr val="F0DC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1288" y="49926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transport_socket   </a:t>
            </a:r>
            <a:pPr indent="0" marL="0">
              <a:buNone/>
            </a:pPr>
            <a:r>
              <a:rPr lang="en-US" sz="11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mTLS used when Envoy connects OUT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87768" y="2148840"/>
            <a:ext cx="4334256" cy="169164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23" name="Shape 21"/>
          <p:cNvSpPr/>
          <p:nvPr/>
        </p:nvSpPr>
        <p:spPr>
          <a:xfrm>
            <a:off x="7287768" y="2148840"/>
            <a:ext cx="64008" cy="169164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24" name="Text 22"/>
          <p:cNvSpPr/>
          <p:nvPr/>
        </p:nvSpPr>
        <p:spPr>
          <a:xfrm>
            <a:off x="7516368" y="2185416"/>
            <a:ext cx="392277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analogy: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listener is a guarded entrance, its transport_socket is the ID check at that door, http_filters are the checkpoints inside, routes are the floor directory, and clusters are the rooms.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287768" y="413308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4023360"/>
            <a:ext cx="4078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security lives on the listener's transport_socket.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287768" y="468172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4572000"/>
            <a:ext cx="4078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security lives on the cluster's transport_socket.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287768" y="523036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30" name="Text 28"/>
          <p:cNvSpPr/>
          <p:nvPr/>
        </p:nvSpPr>
        <p:spPr>
          <a:xfrm>
            <a:off x="7543800" y="5120640"/>
            <a:ext cx="4078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logic sits in http_filters; access rules in routes.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CONFIG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concept → where it lives in the config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5096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3931920"/>
                <a:gridCol w="442569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Envoy 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mTLS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listener → transport_socket (DownstreamTlsContext)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require_client_certificate: true · validation_context.trusted_ca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mTLS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cluster → transport_socket (UpstreamTlsContext)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tls_certificates (own cert+key) · trusted_ca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validation / VRE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http_filters → jwt_authn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providers.issuer · audiences · remote_jwks · rules.requires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defined routes · no "/"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route_config → routes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match.path / prefix → cluster · "/" = direct_response 404/403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your app / 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clusters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load_assignment.endpoints (address + port)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Egress to corporate 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egress listener + corporate_backend cluster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 127.0.0.1:15001 in · UpstreamTlsContext out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six rows appear in both files — the gateway and the sidecar are just different combinations of these resources.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gateway config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69680" y="384048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16A085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0" y="365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gateway-envoy.yaml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6766560" cy="4343400"/>
          </a:xfrm>
          <a:prstGeom prst="roundRect">
            <a:avLst>
              <a:gd name="adj" fmla="val 1474"/>
            </a:avLst>
          </a:prstGeom>
          <a:solidFill>
            <a:srgbClr val="0F2747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746504"/>
            <a:ext cx="64008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(1) downstream mTLS — caller MUST show a cert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transport_socket: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typed_config: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"@type":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...DownstreamTlsContext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require_client_certificate: true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common_tls_context: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tls_certificates: [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gateway.crt/.key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(2) JWT validation filter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http_filters: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E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envoy.filters.http.jwt_authn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providers: { corporate_idp: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issuer: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"https://idp.corp..."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audiences: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["ai-platform"]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remote_jwks: { http_uri: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.../jwks.json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(3) routing — explicit paths only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match: { prefix: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"/v1/predict"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route: { cluster: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component_predict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match: { prefix: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direct_response: { status: 404 }</a:t>
            </a:r>
            <a:pPr indent="0" marL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no catch-all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53528" y="189280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783080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require_client_certificate: true is the single line that turns TLS into mutual TLS.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53528" y="285292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2743200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jwt_authn filter checks issuer, audience &amp; signature against the IdP's JWKS keys.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53528" y="381304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3703320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list the allowed prefixes; the final "/" rule returns 404 instead of forwarding.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53528" y="4773168"/>
            <a:ext cx="109728" cy="109728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4663440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upstream cluster (not shown) connects to the component over mTLS again.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sidecar config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95360" y="384048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A085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0" y="3657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component-envoy.yaml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6766560" cy="4343400"/>
          </a:xfrm>
          <a:prstGeom prst="roundRect">
            <a:avLst>
              <a:gd name="adj" fmla="val 1474"/>
            </a:avLst>
          </a:prstGeom>
          <a:solidFill>
            <a:srgbClr val="0F2747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746504"/>
            <a:ext cx="64008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INGRESS — only the gateway may connect (mTLS)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transport_socket: { typed_config: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"@type":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...DownstreamTlsContext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require_client_certificate: true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validation_context: { trusted_ca: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mesh-ca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VRE — re-validate the JWT independently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E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envoy.filters.http.jwt_authn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providers: { corporate_idp: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issuer: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"https://idp.corp..."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forward_payload_header: "x-jwt-claims"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route allow-list — exact paths, NO bare "/"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match: { </a:t>
            </a:r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path: "/v1/predict"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route: { cluster: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local_app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 # 127.0.0.1:8080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match: { prefix: "/" }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direct_response: { status: 403 }</a:t>
            </a:r>
            <a:pPr indent="0" marL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all else blocked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EGRESS — app calls localhost, sidecar adds mTLS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clusters: [{ name: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corporate_backend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...}]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53528" y="189280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783080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mTLS + second JWT check — the sidecar trusts nothing from upstream.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53528" y="285292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2743200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forward_payload_header hands your app the verified claims as a header.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53528" y="3813048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3703320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use exact path matches; the trailing "/" rule returns 403.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53528" y="4773168"/>
            <a:ext cx="109728" cy="109728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4663440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Egress: your app posts to localhost:15001; the sidecar attaches the cert and opens mTLS.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Egress — calling the corporate backend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app needs internal data, it doesn't connect to the backend directly. It sends the call to its sidecar, which performs the secure egress on your behalf.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514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sidecar does on the way out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9536" y="308152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8" name="Text 6"/>
          <p:cNvSpPr/>
          <p:nvPr/>
        </p:nvSpPr>
        <p:spPr>
          <a:xfrm>
            <a:off x="1115568" y="2971800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an mTLS connection to the corporate backend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349300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383280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the component's identity certificate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" y="390448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794760"/>
            <a:ext cx="4590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egress to approved destinations only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6208" y="233172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0528" y="2514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write in Python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10528" y="3017520"/>
            <a:ext cx="4846320" cy="457200"/>
          </a:xfrm>
          <a:prstGeom prst="roundRect">
            <a:avLst>
              <a:gd name="adj" fmla="val 10000"/>
            </a:avLst>
          </a:prstGeom>
          <a:solidFill>
            <a:srgbClr val="E7EDF3"/>
          </a:solidFill>
          <a:ln/>
        </p:spPr>
      </p:sp>
      <p:sp>
        <p:nvSpPr>
          <p:cNvPr id="16" name="Text 14"/>
          <p:cNvSpPr/>
          <p:nvPr/>
        </p:nvSpPr>
        <p:spPr>
          <a:xfrm>
            <a:off x="6647688" y="303580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7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requests.post("http://localhost:PORT/...")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28816" y="3611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 a plain local address. The sidecar adds the certificates, encryption and identity. No TLS code in your app.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4526280"/>
            <a:ext cx="11055096" cy="86868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526280"/>
            <a:ext cx="64008" cy="86868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562856"/>
            <a:ext cx="10643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sidecar is your company courier. You hand it a sealed envelope; it knows the secure route, shows the right credentials at the backend's door, and brings the reply back.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egress config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55280" y="384048"/>
            <a:ext cx="3657600" cy="310896"/>
          </a:xfrm>
          <a:prstGeom prst="roundRect">
            <a:avLst>
              <a:gd name="adj" fmla="val 14706"/>
            </a:avLst>
          </a:prstGeom>
          <a:solidFill>
            <a:srgbClr val="16A085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3657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component-envoy.yaml · egress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6766560" cy="3520440"/>
          </a:xfrm>
          <a:prstGeom prst="roundRect">
            <a:avLst>
              <a:gd name="adj" fmla="val 1818"/>
            </a:avLst>
          </a:prstGeom>
          <a:solidFill>
            <a:srgbClr val="0F2747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" y="1746504"/>
            <a:ext cx="6400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local listener the app posts to (localhost)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egress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address: { socket_address: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address: </a:t>
            </a:r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port_value: </a:t>
            </a:r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15001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routes: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match: { prefix: "/" }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route: { cluster: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corporate_backend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destination cluster — sidecar adds mTLS out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clusters: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corporate_backend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load_assignment: { endpoints: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api.backend.corp...:443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transport_socket: { typed_config: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"@type":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...UpstreamTlsContext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tls_certificates: [component.crt/.key]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validation_context: { trusted_ca: 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corp-ca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53528" y="184708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737360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egress listener is bound to 127.0.0.1 — only your own app can reach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53528" y="2505456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2395728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corporate_backend cluster is the only allowed destination.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53528" y="3163824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3054096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UpstreamTlsContext attaches the component's cert, so the backend sees a trusted caller (mTLS).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53528" y="4069080"/>
            <a:ext cx="3968496" cy="1828800"/>
          </a:xfrm>
          <a:prstGeom prst="roundRect">
            <a:avLst>
              <a:gd name="adj" fmla="val 3500"/>
            </a:avLst>
          </a:prstGeom>
          <a:solidFill>
            <a:srgbClr val="0F2747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82128" y="420624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your_app.py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82128" y="4572000"/>
            <a:ext cx="36027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requests.get(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"http://localhost:15001/customers/42")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plain HTTP to localhost —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sidecar adds mTLS + identity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SPECIFICS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WebSockets — the chat stream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keeps a long-lived WebSocket open instead of one request per message. Envoy blocks protocol upgrades by default, so both the gateway and the sidecar must explicitly allow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1055096" cy="100584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148840"/>
            <a:ext cx="64008" cy="100584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185416"/>
            <a:ext cx="106436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"upgrade" means: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WebSocket starts as an ordinary HTTP request carrying Connection: Upgrade · Upgrade: websocket. The server answers 101 Switching Protocols and the same connection switches into a two-way stream. upgrade_configs is Envoy's opt-in that permits this handshake.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337560"/>
            <a:ext cx="6035040" cy="2606040"/>
          </a:xfrm>
          <a:prstGeom prst="roundRect">
            <a:avLst>
              <a:gd name="adj" fmla="val 2456"/>
            </a:avLst>
          </a:prstGeom>
          <a:solidFill>
            <a:srgbClr val="0F2747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" y="3483864"/>
            <a:ext cx="5669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the http_connection_manager (both)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upgrade_configs: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upgrade_type: websocket</a:t>
            </a:r>
            <a:pPr indent="0" marL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allow HTTP-&gt;WS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stream_idle_timeout: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0s</a:t>
            </a:r>
            <a:pPr indent="0" marL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keep idle open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per-route, on the chat endpoint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match: { prefix: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"/v1/chat"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cluster: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B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local_app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timeout: </a:t>
            </a:r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0s</a:t>
            </a:r>
            <a:pPr indent="0" marL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9FB6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never time out a live chat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upgrade_configs: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upgrade_type: websocket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22008" y="3401568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3291840"/>
            <a:ext cx="4443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 still checked — the handshake is an HTTP request carrying the token, so jwt_authn validates it before the socket opens.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22008" y="4151376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4041648"/>
            <a:ext cx="4443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is unchanged — the WebSocket runs inside the same encrypted connection.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22008" y="4901184"/>
            <a:ext cx="109728" cy="109728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4791456"/>
            <a:ext cx="4443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0s stops Envoy dropping a quiet conversation mid-session.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22008" y="565099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5541264"/>
            <a:ext cx="4443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upgrade_configs the handshake is rejected and chat never connects.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YOU, THE DEVELOPER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actually have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0F8F4"/>
          </a:solidFill>
          <a:ln w="12700">
            <a:solidFill>
              <a:srgbClr val="BFE3D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job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59536" y="2551176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441448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your routes (paths the platform exposes)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9536" y="3118104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3008376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on the local port the platform tells you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" y="3685032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575304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user identity from the forwarded JWT header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" y="4251960"/>
            <a:ext cx="109728" cy="109728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142232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backend via localhost through the sidecar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6208" y="173736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3F6FB"/>
          </a:solidFill>
          <a:ln w="12700">
            <a:solidFill>
              <a:srgbClr val="CDDD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0528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your job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28816" y="255117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784848" y="2441448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TLS / certificate handling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28816" y="3118104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3008376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JWT signatures yourself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28816" y="3685032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784848" y="3575304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mTLS handshakes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28816" y="425196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6784848" y="4142232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Envoy (the platform owns it)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983480"/>
            <a:ext cx="11055096" cy="86868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4983480"/>
            <a:ext cx="64008" cy="86868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5020056"/>
            <a:ext cx="10643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code works against localhost and only the declared routes, the gateway and sidecar take care of the rest — encryption, identity, and access control come "for free".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gotchas &amp; what they mean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401 Unauthorized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4048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Missing, expired or invalid JWT. The gateway or sidecar rejected it — the request never reached your app.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6208" y="17830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0528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403 / 404 on a path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10528" y="24048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isn't on the allow-list. Add it to your declared routes (remember: no bare "/").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4747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mTLS / handshake errors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409651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problem between hops — usually a platform/cert issue, not your code. Escalate with the trace ID.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6208" y="34747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0528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call fails locally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0528" y="409651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you're calling the sidecar's local egress address, and that the destination is on the approved egress list.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074920"/>
            <a:ext cx="109728" cy="109728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56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that "never arrives" was almost always stopped at a proxy — check the gateway/sidecar logs first, not your app.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7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C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thing in five lines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105509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386584"/>
            <a:ext cx="146304" cy="146304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860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pPr indent="0" marL="0">
              <a:buNone/>
            </a:pPr>
            <a:r>
              <a:rPr lang="en-US" sz="15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single front door: terminates mTLS, validates the JWT, routes to components.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86968" y="2935224"/>
            <a:ext cx="146304" cy="146304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346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pPr indent="0" marL="0">
              <a:buNone/>
            </a:pPr>
            <a:r>
              <a:rPr lang="en-US" sz="15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your app + an Envoy sidecar that re-checks everything (mTLS + VRE JWT).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86968" y="3483864"/>
            <a:ext cx="146304" cy="146304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832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declared routes</a:t>
            </a:r>
            <a:pPr indent="0" marL="0">
              <a:buNone/>
            </a:pPr>
            <a:r>
              <a:rPr lang="en-US" sz="15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reachable — never a bare "/".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86968" y="4032504"/>
            <a:ext cx="146304" cy="146304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931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</a:t>
            </a:r>
            <a:pPr indent="0" marL="0">
              <a:buNone/>
            </a:pPr>
            <a:r>
              <a:rPr lang="en-US" sz="15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corporate backend goes out through the sidecar over mTLS.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86968" y="4581144"/>
            <a:ext cx="146304" cy="146304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4805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pPr indent="0" marL="0">
              <a:buNone/>
            </a:pPr>
            <a:r>
              <a:rPr lang="en-US" sz="15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 plain Python against localhost; the platform supplies the security.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66928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The platform team owns the Envoy config — you own the routes and the logic.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Gateway &amp; Sidecar Architecture</dc:title>
  <dc:subject>PptxGenJS Presentation</dc:subject>
  <dc:creator>xplus</dc:creator>
  <cp:lastModifiedBy>xplus</cp:lastModifiedBy>
  <cp:revision>1</cp:revision>
  <dcterms:created xsi:type="dcterms:W3CDTF">2026-06-10T08:34:13Z</dcterms:created>
  <dcterms:modified xsi:type="dcterms:W3CDTF">2026-06-10T08:34:13Z</dcterms:modified>
</cp:coreProperties>
</file>